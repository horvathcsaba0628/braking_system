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60" d="100"/>
          <a:sy n="60" d="100"/>
        </p:scale>
        <p:origin x="96" y="1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Automated</a:t>
            </a:r>
            <a:r>
              <a:rPr lang="hu-HU" dirty="0"/>
              <a:t> Emergency </a:t>
            </a:r>
            <a:r>
              <a:rPr lang="hu-HU" dirty="0" err="1"/>
              <a:t>Brake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Automotive Software </a:t>
            </a:r>
            <a:r>
              <a:rPr lang="hu-HU" dirty="0" err="1"/>
              <a:t>Development</a:t>
            </a:r>
            <a:endParaRPr lang="hu-HU" dirty="0"/>
          </a:p>
          <a:p>
            <a:r>
              <a:rPr lang="hu-HU" dirty="0"/>
              <a:t>Team 1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FF7756-4CD4-B6D0-586A-B82E38AE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422C7-E425-680B-C47C-E50D54BD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Motivation</a:t>
            </a:r>
            <a:r>
              <a:rPr lang="hu-HU" dirty="0"/>
              <a:t> </a:t>
            </a:r>
            <a:r>
              <a:rPr lang="hu-HU" dirty="0" err="1"/>
              <a:t>behind</a:t>
            </a:r>
            <a:r>
              <a:rPr lang="hu-HU" dirty="0"/>
              <a:t> AEB</a:t>
            </a:r>
          </a:p>
          <a:p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solutions</a:t>
            </a:r>
            <a:endParaRPr lang="hu-HU" dirty="0"/>
          </a:p>
          <a:p>
            <a:r>
              <a:rPr lang="hu-HU" dirty="0" err="1"/>
              <a:t>Standards</a:t>
            </a:r>
            <a:r>
              <a:rPr lang="hu-HU" dirty="0"/>
              <a:t>, </a:t>
            </a:r>
            <a:r>
              <a:rPr lang="hu-HU" dirty="0" err="1"/>
              <a:t>historical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269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03B8-CF88-2676-CCA5-EED34709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054DE5-1306-34E3-1318-EACE6171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Roadmap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1828EE-A038-7E4B-46A4-4B7232F0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[MS1] 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Skeleton</a:t>
            </a:r>
            <a:r>
              <a:rPr lang="hu-HU" dirty="0"/>
              <a:t> </a:t>
            </a:r>
            <a:r>
              <a:rPr lang="hu-HU" dirty="0" err="1"/>
              <a:t>Implementation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Packages</a:t>
            </a:r>
            <a:r>
              <a:rPr lang="hu-HU" dirty="0"/>
              <a:t> (C++)</a:t>
            </a:r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packages</a:t>
            </a:r>
            <a:r>
              <a:rPr lang="hu-HU" dirty="0"/>
              <a:t>/</a:t>
            </a:r>
            <a:r>
              <a:rPr lang="hu-HU" dirty="0" err="1"/>
              <a:t>nodes</a:t>
            </a:r>
            <a:r>
              <a:rPr lang="hu-HU" dirty="0"/>
              <a:t>, </a:t>
            </a:r>
            <a:r>
              <a:rPr lang="hu-HU" dirty="0" err="1"/>
              <a:t>topic</a:t>
            </a:r>
            <a:r>
              <a:rPr lang="hu-HU" dirty="0"/>
              <a:t>, </a:t>
            </a:r>
            <a:r>
              <a:rPr lang="hu-HU" dirty="0" err="1"/>
              <a:t>subscribers</a:t>
            </a:r>
            <a:r>
              <a:rPr lang="hu-HU" dirty="0"/>
              <a:t>/</a:t>
            </a:r>
            <a:r>
              <a:rPr lang="hu-HU" dirty="0" err="1"/>
              <a:t>publishers</a:t>
            </a:r>
            <a:r>
              <a:rPr lang="hu-HU" dirty="0"/>
              <a:t> + </a:t>
            </a:r>
            <a:r>
              <a:rPr lang="hu-HU" dirty="0" err="1"/>
              <a:t>base</a:t>
            </a:r>
            <a:r>
              <a:rPr lang="hu-HU" dirty="0"/>
              <a:t> </a:t>
            </a:r>
            <a:r>
              <a:rPr lang="hu-HU" dirty="0" err="1"/>
              <a:t>node</a:t>
            </a:r>
            <a:r>
              <a:rPr lang="hu-HU" dirty="0"/>
              <a:t> </a:t>
            </a:r>
            <a:r>
              <a:rPr lang="hu-HU" dirty="0" err="1"/>
              <a:t>methods</a:t>
            </a:r>
            <a:endParaRPr lang="hu-HU" dirty="0"/>
          </a:p>
          <a:p>
            <a:r>
              <a:rPr lang="hu-HU" dirty="0"/>
              <a:t>[MS2] </a:t>
            </a:r>
            <a:r>
              <a:rPr lang="hu-HU" dirty="0" err="1"/>
              <a:t>Implement</a:t>
            </a:r>
            <a:r>
              <a:rPr lang="hu-HU" dirty="0"/>
              <a:t> </a:t>
            </a:r>
            <a:r>
              <a:rPr lang="hu-HU" dirty="0" err="1"/>
              <a:t>dummy</a:t>
            </a:r>
            <a:r>
              <a:rPr lang="hu-HU" dirty="0"/>
              <a:t> </a:t>
            </a:r>
            <a:r>
              <a:rPr lang="hu-HU" dirty="0" err="1"/>
              <a:t>solution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Detect</a:t>
            </a:r>
            <a:r>
              <a:rPr lang="hu-HU" dirty="0"/>
              <a:t> </a:t>
            </a:r>
            <a:r>
              <a:rPr lang="hu-HU" dirty="0" err="1"/>
              <a:t>critical</a:t>
            </a:r>
            <a:r>
              <a:rPr lang="hu-HU" dirty="0"/>
              <a:t> </a:t>
            </a:r>
            <a:r>
              <a:rPr lang="hu-HU" dirty="0" err="1"/>
              <a:t>object</a:t>
            </a:r>
            <a:r>
              <a:rPr lang="hu-HU" dirty="0"/>
              <a:t> </a:t>
            </a:r>
            <a:r>
              <a:rPr lang="hu-HU" dirty="0" err="1"/>
              <a:t>within</a:t>
            </a:r>
            <a:r>
              <a:rPr lang="hu-HU" dirty="0"/>
              <a:t> </a:t>
            </a:r>
            <a:r>
              <a:rPr lang="hu-HU" i="1" dirty="0" err="1"/>
              <a:t>safety_distance</a:t>
            </a:r>
            <a:r>
              <a:rPr lang="hu-HU" i="1" dirty="0"/>
              <a:t> </a:t>
            </a:r>
            <a:r>
              <a:rPr lang="hu-HU" dirty="0"/>
              <a:t>in BP,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most </a:t>
            </a:r>
            <a:r>
              <a:rPr lang="hu-HU" dirty="0" err="1"/>
              <a:t>severe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;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construct</a:t>
            </a:r>
            <a:r>
              <a:rPr lang="hu-HU" dirty="0"/>
              <a:t> a </a:t>
            </a:r>
            <a:r>
              <a:rPr lang="hu-HU" dirty="0" err="1"/>
              <a:t>binary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(0) in MP; in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</a:t>
            </a:r>
            <a:r>
              <a:rPr lang="hu-HU" dirty="0" err="1"/>
              <a:t>point</a:t>
            </a:r>
            <a:r>
              <a:rPr lang="hu-HU" dirty="0"/>
              <a:t> </a:t>
            </a:r>
            <a:r>
              <a:rPr lang="hu-HU" dirty="0" err="1"/>
              <a:t>velocity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command</a:t>
            </a:r>
            <a:r>
              <a:rPr lang="hu-HU" dirty="0"/>
              <a:t>  </a:t>
            </a:r>
          </a:p>
          <a:p>
            <a:r>
              <a:rPr lang="hu-HU" dirty="0"/>
              <a:t>[MS3] </a:t>
            </a:r>
            <a:r>
              <a:rPr lang="hu-HU" dirty="0" err="1"/>
              <a:t>Finalize</a:t>
            </a:r>
            <a:r>
              <a:rPr lang="hu-HU" dirty="0"/>
              <a:t> BP </a:t>
            </a:r>
            <a:r>
              <a:rPr lang="hu-HU" dirty="0" err="1"/>
              <a:t>logic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requirements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The BP </a:t>
            </a:r>
            <a:r>
              <a:rPr lang="hu-HU" dirty="0" err="1"/>
              <a:t>takes</a:t>
            </a:r>
            <a:r>
              <a:rPr lang="hu-HU" dirty="0"/>
              <a:t> </a:t>
            </a: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into</a:t>
            </a:r>
            <a:r>
              <a:rPr lang="hu-HU" dirty="0"/>
              <a:t> account: </a:t>
            </a:r>
            <a:r>
              <a:rPr lang="hu-HU" dirty="0" err="1"/>
              <a:t>ego_speed</a:t>
            </a:r>
            <a:r>
              <a:rPr lang="hu-HU" dirty="0"/>
              <a:t>, </a:t>
            </a:r>
            <a:r>
              <a:rPr lang="hu-HU" dirty="0" err="1"/>
              <a:t>ego_acceleration</a:t>
            </a:r>
            <a:r>
              <a:rPr lang="hu-HU" dirty="0"/>
              <a:t>, </a:t>
            </a:r>
            <a:r>
              <a:rPr lang="hu-HU" dirty="0" err="1"/>
              <a:t>object_acceleration</a:t>
            </a:r>
            <a:r>
              <a:rPr lang="hu-HU" dirty="0"/>
              <a:t>, </a:t>
            </a:r>
            <a:r>
              <a:rPr lang="hu-HU" dirty="0" err="1"/>
              <a:t>object_speed</a:t>
            </a:r>
            <a:r>
              <a:rPr lang="hu-HU" dirty="0"/>
              <a:t>; </a:t>
            </a:r>
            <a:r>
              <a:rPr lang="hu-HU" dirty="0" err="1"/>
              <a:t>sends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appropriate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rqmts</a:t>
            </a:r>
            <a:endParaRPr lang="hu-HU" dirty="0"/>
          </a:p>
          <a:p>
            <a:r>
              <a:rPr lang="hu-HU" dirty="0"/>
              <a:t>[MS4] </a:t>
            </a:r>
            <a:r>
              <a:rPr lang="hu-HU" dirty="0" err="1"/>
              <a:t>Finalize</a:t>
            </a:r>
            <a:r>
              <a:rPr lang="hu-HU" dirty="0"/>
              <a:t> MP </a:t>
            </a:r>
            <a:r>
              <a:rPr lang="hu-HU" dirty="0" err="1"/>
              <a:t>logic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requirements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MP </a:t>
            </a:r>
            <a:r>
              <a:rPr lang="hu-HU" dirty="0" err="1"/>
              <a:t>plans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physical</a:t>
            </a:r>
            <a:r>
              <a:rPr lang="hu-HU" dirty="0"/>
              <a:t> </a:t>
            </a:r>
            <a:r>
              <a:rPr lang="hu-HU" dirty="0" err="1"/>
              <a:t>constraints</a:t>
            </a:r>
            <a:r>
              <a:rPr lang="hu-HU" dirty="0"/>
              <a:t> &amp; </a:t>
            </a:r>
            <a:r>
              <a:rPr lang="hu-HU" dirty="0" err="1"/>
              <a:t>strategy</a:t>
            </a:r>
            <a:endParaRPr lang="hu-HU" dirty="0"/>
          </a:p>
          <a:p>
            <a:r>
              <a:rPr lang="hu-HU" dirty="0"/>
              <a:t>[MS5] </a:t>
            </a:r>
            <a:r>
              <a:rPr lang="hu-HU" dirty="0" err="1"/>
              <a:t>Delivery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works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rqmts</a:t>
            </a:r>
            <a:r>
              <a:rPr lang="hu-HU" dirty="0"/>
              <a:t>,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documentation</a:t>
            </a:r>
            <a:r>
              <a:rPr lang="hu-HU" dirty="0"/>
              <a:t> is </a:t>
            </a:r>
            <a:r>
              <a:rPr lang="hu-HU" dirty="0" err="1"/>
              <a:t>done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33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Teams</a:t>
            </a:r>
            <a:endParaRPr lang="hu-HU" dirty="0"/>
          </a:p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  <a:p>
            <a:r>
              <a:rPr lang="hu-HU" dirty="0" err="1"/>
              <a:t>Tools</a:t>
            </a:r>
            <a:endParaRPr lang="hu-HU" dirty="0"/>
          </a:p>
          <a:p>
            <a:r>
              <a:rPr lang="hu-HU" dirty="0"/>
              <a:t>Project </a:t>
            </a:r>
            <a:r>
              <a:rPr lang="hu-HU" dirty="0" err="1"/>
              <a:t>planning</a:t>
            </a:r>
            <a:r>
              <a:rPr lang="hu-HU" dirty="0"/>
              <a:t> and </a:t>
            </a:r>
            <a:r>
              <a:rPr lang="hu-HU" dirty="0" err="1"/>
              <a:t>tasks</a:t>
            </a:r>
            <a:r>
              <a:rPr lang="hu-HU" dirty="0"/>
              <a:t> (</a:t>
            </a:r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separate</a:t>
            </a:r>
            <a:r>
              <a:rPr lang="hu-HU" dirty="0"/>
              <a:t> </a:t>
            </a:r>
            <a:r>
              <a:rPr lang="hu-HU" dirty="0" err="1"/>
              <a:t>slide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0E469C-E30D-5EBD-C97A-2EEC3EE4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Requirements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320CBC-5360-018B-216D-45A27D1F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910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36084E-E9D3-14A3-447A-1FC4E021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Implementation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16423C-1EE9-383A-4B92-4C6FB7A2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ROS</a:t>
            </a:r>
          </a:p>
          <a:p>
            <a:r>
              <a:rPr lang="hu-HU" dirty="0" err="1"/>
              <a:t>Nodes</a:t>
            </a:r>
            <a:endParaRPr lang="hu-HU" dirty="0"/>
          </a:p>
          <a:p>
            <a:r>
              <a:rPr lang="hu-HU" dirty="0" err="1"/>
              <a:t>Physical</a:t>
            </a:r>
            <a:r>
              <a:rPr lang="hu-HU" dirty="0"/>
              <a:t> </a:t>
            </a:r>
            <a:r>
              <a:rPr lang="hu-HU" dirty="0" err="1"/>
              <a:t>equations</a:t>
            </a:r>
            <a:r>
              <a:rPr lang="hu-HU" dirty="0"/>
              <a:t> </a:t>
            </a:r>
          </a:p>
          <a:p>
            <a:r>
              <a:rPr lang="hu-HU" dirty="0" err="1"/>
              <a:t>Code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474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Simulation</a:t>
            </a:r>
            <a:endParaRPr lang="hu-HU" dirty="0"/>
          </a:p>
          <a:p>
            <a:r>
              <a:rPr lang="hu-HU" dirty="0" err="1"/>
              <a:t>Vehicle</a:t>
            </a:r>
            <a:r>
              <a:rPr lang="hu-HU" dirty="0"/>
              <a:t> </a:t>
            </a:r>
            <a:r>
              <a:rPr lang="hu-HU" dirty="0" err="1"/>
              <a:t>Integration</a:t>
            </a:r>
            <a:r>
              <a:rPr lang="hu-HU" dirty="0"/>
              <a:t> (</a:t>
            </a:r>
            <a:r>
              <a:rPr lang="hu-HU" dirty="0" err="1"/>
              <a:t>support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mentors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FCF3D4-23A9-FE83-3918-DD7F2340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54</TotalTime>
  <Words>207</Words>
  <Application>Microsoft Office PowerPoint</Application>
  <PresentationFormat>Szélesvásznú</PresentationFormat>
  <Paragraphs>33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Automated Emergency Brake</vt:lpstr>
      <vt:lpstr>Introduction</vt:lpstr>
      <vt:lpstr>Roadmap</vt:lpstr>
      <vt:lpstr>Subject background</vt:lpstr>
      <vt:lpstr>Requirements</vt:lpstr>
      <vt:lpstr>Implementation</vt:lpstr>
      <vt:lpstr>Validation concept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Dániel Györffy</cp:lastModifiedBy>
  <cp:revision>2</cp:revision>
  <dcterms:created xsi:type="dcterms:W3CDTF">2026-02-25T06:59:25Z</dcterms:created>
  <dcterms:modified xsi:type="dcterms:W3CDTF">2026-03-03T10:40:15Z</dcterms:modified>
</cp:coreProperties>
</file>